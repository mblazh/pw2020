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sldIdLst>
    <p:sldId id="263" r:id="rId2"/>
    <p:sldId id="256" r:id="rId3"/>
    <p:sldId id="257" r:id="rId4"/>
    <p:sldId id="258" r:id="rId5"/>
    <p:sldId id="264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711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3771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97591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82755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5019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2515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6393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48358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2525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437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315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16863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3320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5535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85209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1625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83D42-261F-499F-8E0C-4A3E8841ACDC}" type="datetimeFigureOut">
              <a:rPr lang="pl-PL" smtClean="0"/>
              <a:t>06.05.2019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760D402-DFFA-4E49-8CDC-30AEF0D94612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6541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orlof@pk.edu.pl" TargetMode="External"/><Relationship Id="rId2" Type="http://schemas.openxmlformats.org/officeDocument/2006/relationships/hyperlink" Target="http://torus.uck.pk.edu.pl/~jorlof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54E02D2-214B-4461-BFD8-9B6483BD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Informacje ogólne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051FBCC-BFAB-452A-B4DD-FAFA9338E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Mgr Inż. Jerzy Orlof</a:t>
            </a:r>
          </a:p>
          <a:p>
            <a:endParaRPr lang="pl-PL" dirty="0"/>
          </a:p>
          <a:p>
            <a:r>
              <a:rPr lang="pl-PL" dirty="0"/>
              <a:t>Konsultacje p.149  Wtorek 14:00-15:00</a:t>
            </a:r>
          </a:p>
          <a:p>
            <a:endParaRPr lang="pl-PL" dirty="0"/>
          </a:p>
          <a:p>
            <a:r>
              <a:rPr lang="pl-PL" dirty="0">
                <a:hlinkClick r:id="rId2"/>
              </a:rPr>
              <a:t>http://torus.uck.pk.edu.pl/~jorlof/</a:t>
            </a:r>
            <a:endParaRPr lang="pl-PL" dirty="0"/>
          </a:p>
          <a:p>
            <a:r>
              <a:rPr lang="pl-PL" dirty="0">
                <a:hlinkClick r:id="rId3"/>
              </a:rPr>
              <a:t>jorlof@pk.edu.pl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208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>
            <a:extLst>
              <a:ext uri="{FF2B5EF4-FFF2-40B4-BE49-F238E27FC236}">
                <a16:creationId xmlns:a16="http://schemas.microsoft.com/office/drawing/2014/main" id="{53A9FBD9-EC0A-453B-9534-48B21C0B8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66930" y="1688123"/>
            <a:ext cx="6943919" cy="4492869"/>
          </a:xfrm>
        </p:spPr>
        <p:txBody>
          <a:bodyPr>
            <a:normAutofit/>
          </a:bodyPr>
          <a:lstStyle/>
          <a:p>
            <a:endParaRPr lang="pl-PL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52C0FF0-A8B1-4CA4-80F8-B14FD257A051}"/>
              </a:ext>
            </a:extLst>
          </p:cNvPr>
          <p:cNvSpPr txBox="1"/>
          <p:nvPr/>
        </p:nvSpPr>
        <p:spPr>
          <a:xfrm>
            <a:off x="1560576" y="405501"/>
            <a:ext cx="948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Kompilacja: gcc –fopenmp –o test test.c   </a:t>
            </a:r>
          </a:p>
          <a:p>
            <a:endParaRPr lang="pl-PL" dirty="0"/>
          </a:p>
          <a:p>
            <a:r>
              <a:rPr lang="pl-PL" dirty="0"/>
              <a:t>Uruchamiania:   ./test</a:t>
            </a:r>
          </a:p>
        </p:txBody>
      </p:sp>
    </p:spTree>
    <p:extLst>
      <p:ext uri="{BB962C8B-B14F-4D97-AF65-F5344CB8AC3E}">
        <p14:creationId xmlns:p14="http://schemas.microsoft.com/office/powerpoint/2010/main" val="194640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5CDFC2-3C8D-48FA-B707-1662D04C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Architektura SIMD wykorzystywana do wektoryzacji</a:t>
            </a:r>
            <a:br>
              <a:rPr lang="pl-PL" dirty="0"/>
            </a:br>
            <a:r>
              <a:rPr lang="pl-PL" dirty="0"/>
              <a:t>(Single Instruction Multiple Data)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0F54BB-513C-48D8-B5F6-C873467D8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766" y="306419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#pragma omp parallel for num_threads(7)</a:t>
            </a:r>
            <a:endParaRPr lang="pl-PL" dirty="0"/>
          </a:p>
          <a:p>
            <a:endParaRPr lang="pl-PL" dirty="0"/>
          </a:p>
          <a:p>
            <a:endParaRPr lang="en-US" dirty="0"/>
          </a:p>
          <a:p>
            <a:r>
              <a:rPr lang="en-US" dirty="0"/>
              <a:t>    #pragma omp simd</a:t>
            </a:r>
            <a:r>
              <a:rPr lang="pl-PL" dirty="0"/>
              <a:t> </a:t>
            </a:r>
            <a:r>
              <a:rPr lang="pl-PL" dirty="0">
                <a:solidFill>
                  <a:srgbClr val="FF0000"/>
                </a:solidFill>
              </a:rPr>
              <a:t>zamiast</a:t>
            </a:r>
            <a:r>
              <a:rPr lang="pl-PL" dirty="0"/>
              <a:t>  </a:t>
            </a:r>
            <a:r>
              <a:rPr lang="en-US" dirty="0"/>
              <a:t>#pragma omp parallel for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466171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10CC3D-F2F9-4EE9-8207-A012DA41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dyrektywy task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377CF6-AF1B-4EBF-A631-08D98E351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67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l-PL" dirty="0"/>
              <a:t>podział zadania obliczeniowego na podzadania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	#pragma omp task shared(i) </a:t>
            </a:r>
          </a:p>
          <a:p>
            <a:pPr marL="0" indent="0">
              <a:buNone/>
            </a:pPr>
            <a:r>
              <a:rPr lang="pl-PL" dirty="0"/>
              <a:t>		i=5*5;</a:t>
            </a:r>
          </a:p>
          <a:p>
            <a:pPr marL="0" indent="0">
              <a:buNone/>
            </a:pPr>
            <a:r>
              <a:rPr lang="pl-PL" dirty="0"/>
              <a:t>	#pragma omp task shared(j) </a:t>
            </a:r>
          </a:p>
          <a:p>
            <a:pPr marL="0" indent="0">
              <a:buNone/>
            </a:pPr>
            <a:r>
              <a:rPr lang="pl-PL" dirty="0"/>
              <a:t>		j=6*6;</a:t>
            </a:r>
          </a:p>
          <a:p>
            <a:pPr marL="0" indent="0">
              <a:buNone/>
            </a:pPr>
            <a:r>
              <a:rPr lang="pl-PL" dirty="0"/>
              <a:t>	#pragma omp taskwait</a:t>
            </a:r>
          </a:p>
          <a:p>
            <a:pPr marL="0" indent="0">
              <a:buNone/>
            </a:pPr>
            <a:r>
              <a:rPr lang="pl-PL" dirty="0"/>
              <a:t>	return i+j;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en-US" dirty="0"/>
              <a:t>#pragma omp taskwait</a:t>
            </a:r>
            <a:r>
              <a:rPr lang="pl-PL" dirty="0"/>
              <a:t> – część kodu wykonywana po zakończeniu </a:t>
            </a:r>
          </a:p>
          <a:p>
            <a:pPr marL="0" indent="0">
              <a:buNone/>
            </a:pPr>
            <a:r>
              <a:rPr lang="pl-PL" dirty="0"/>
              <a:t>wszystkich zadań (TASK-ów)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Pozwala ona na zrównoleglenie programów o nieregularnej strukturze np. nieograniczone pętle, algorytmy rekursywne, schemat przetwarzania producent-konsument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48418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5CDFC2-3C8D-48FA-B707-1662D04C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obliczanie funkcji Fibonacciego przy pomocy task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0F54BB-513C-48D8-B5F6-C873467D8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98914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Pierwszy wyraz jest równy 0, drugi jest równy 1, każdy następny jest sumą dwóch poprzednich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TASK 1 – (n-1)</a:t>
            </a:r>
          </a:p>
          <a:p>
            <a:pPr marL="0" indent="0">
              <a:buNone/>
            </a:pPr>
            <a:r>
              <a:rPr lang="pl-PL" dirty="0"/>
              <a:t>TASK 2 – (n-2)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Ograniczenie (IF) ??</a:t>
            </a:r>
          </a:p>
        </p:txBody>
      </p:sp>
    </p:spTree>
    <p:extLst>
      <p:ext uri="{BB962C8B-B14F-4D97-AF65-F5344CB8AC3E}">
        <p14:creationId xmlns:p14="http://schemas.microsoft.com/office/powerpoint/2010/main" val="3933732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B333AA-879D-422B-A03D-46237B0EF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Wyszukiwanie największej wartości z tablicy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C6ED2E7-2372-4350-A14C-0DB669A3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  <a:p>
            <a:r>
              <a:rPr lang="pl-PL" dirty="0"/>
              <a:t>Podział tablicy na zadania (każe zadanie jest odpowiedzialne za jej część)</a:t>
            </a:r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Wyszukać max z części i znaleźć max z wszystkich części</a:t>
            </a:r>
          </a:p>
        </p:txBody>
      </p:sp>
    </p:spTree>
    <p:extLst>
      <p:ext uri="{BB962C8B-B14F-4D97-AF65-F5344CB8AC3E}">
        <p14:creationId xmlns:p14="http://schemas.microsoft.com/office/powerpoint/2010/main" val="2869451112"/>
      </p:ext>
    </p:extLst>
  </p:cSld>
  <p:clrMapOvr>
    <a:masterClrMapping/>
  </p:clrMapOvr>
</p:sld>
</file>

<file path=ppt/theme/theme1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8498</TotalTime>
  <Words>151</Words>
  <Application>Microsoft Office PowerPoint</Application>
  <PresentationFormat>Panoramiczny</PresentationFormat>
  <Paragraphs>43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Smuga</vt:lpstr>
      <vt:lpstr>Informacje ogólne</vt:lpstr>
      <vt:lpstr>Prezentacja programu PowerPoint</vt:lpstr>
      <vt:lpstr>Architektura SIMD wykorzystywana do wektoryzacji (Single Instruction Multiple Data)</vt:lpstr>
      <vt:lpstr>dyrektywy task</vt:lpstr>
      <vt:lpstr>obliczanie funkcji Fibonacciego przy pomocy task</vt:lpstr>
      <vt:lpstr>Wyszukiwanie największej wartości z tablicy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Jurek</dc:creator>
  <cp:lastModifiedBy>Jurek</cp:lastModifiedBy>
  <cp:revision>26</cp:revision>
  <dcterms:created xsi:type="dcterms:W3CDTF">2018-11-20T13:22:18Z</dcterms:created>
  <dcterms:modified xsi:type="dcterms:W3CDTF">2019-05-07T05:27:54Z</dcterms:modified>
</cp:coreProperties>
</file>